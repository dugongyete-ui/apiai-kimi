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Tools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Testing all 77 tools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Batch 2 coverage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377940"/>
            <a:ext cx="97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All tools working correctly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Real execution verified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377940"/>
            <a:ext cx="97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Kimi AI API is fully functional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97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Kimi Agent</dc:creator>
  <cp:lastModifiedBy>Kimi Agent</cp:lastModifiedBy>
  <cp:revision>1</cp:revision>
  <dcterms:created xsi:type="dcterms:W3CDTF">2026-02-25T10:29:18Z</dcterms:created>
  <dcterms:modified xsi:type="dcterms:W3CDTF">2026-02-25T10:29:18Z</dcterms:modified>
</cp:coreProperties>
</file>